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(all 500 items)</c:v>
                </c:pt>
              </c:strCache>
            </c:strRef>
          </c:tx>
          <c:spPr>
            <a:solidFill>
              <a:srgbClr val="3A4E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7E9EF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skeleton ceiling</c:v>
                  </c:pt>
                  <c:pt idx="1">
                    <c:v>A0′ frontier</c:v>
                  </c:pt>
                  <c:pt idx="2">
                    <c:v>weights 1.7B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0.248</c:v>
                </c:pt>
                <c:pt idx="1">
                  <c:v>0.258</c:v>
                </c:pt>
                <c:pt idx="2">
                  <c:v>0.498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tail (items needing extrapolation)</c:v>
                </c:pt>
              </c:strCache>
            </c:strRef>
          </c:tx>
          <c:spPr>
            <a:solidFill>
              <a:srgbClr val="C260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7E9EF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skeleton ceiling</c:v>
                  </c:pt>
                  <c:pt idx="1">
                    <c:v>A0′ frontier</c:v>
                  </c:pt>
                  <c:pt idx="2">
                    <c:v>weights 1.7B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0.016</c:v>
                </c:pt>
                <c:pt idx="2">
                  <c:v>0.328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E7E9EF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7E9E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2C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0B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12141C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7E9E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214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 score (all items)</c:v>
                </c:pt>
              </c:strCache>
            </c:strRef>
          </c:tx>
          <c:spPr>
            <a:solidFill>
              <a:srgbClr val="3A4E9E"/>
            </a:solidFill>
            <a:ln w="31750" cap="flat">
              <a:solidFill>
                <a:srgbClr val="3A4E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4E9E"/>
              </a:solidFill>
              <a:ln w="9525" cap="flat">
                <a:solidFill>
                  <a:srgbClr val="3A4E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25%</c:v>
                  </c:pt>
                  <c:pt idx="4">
                    <c:v>50%</c:v>
                  </c:pt>
                  <c:pt idx="5">
                    <c:v>90%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</c:v>
                </c:pt>
                <c:pt idx="1">
                  <c:v>0.454</c:v>
                </c:pt>
                <c:pt idx="2">
                  <c:v>0.498</c:v>
                </c:pt>
                <c:pt idx="3">
                  <c:v>0.582</c:v>
                </c:pt>
                <c:pt idx="4">
                  <c:v>0.724</c:v>
                </c:pt>
                <c:pt idx="5">
                  <c:v>0.88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tail (items needing extrapolation)</c:v>
                </c:pt>
              </c:strCache>
            </c:strRef>
          </c:tx>
          <c:spPr>
            <a:solidFill>
              <a:srgbClr val="C2603A"/>
            </a:solidFill>
            <a:ln w="31750" cap="flat">
              <a:solidFill>
                <a:srgbClr val="C26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603A"/>
              </a:solidFill>
              <a:ln w="9525" cap="flat">
                <a:solidFill>
                  <a:srgbClr val="C26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25%</c:v>
                  </c:pt>
                  <c:pt idx="4">
                    <c:v>50%</c:v>
                  </c:pt>
                  <c:pt idx="5">
                    <c:v>90%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0.147</c:v>
                </c:pt>
                <c:pt idx="1">
                  <c:v>0.273</c:v>
                </c:pt>
                <c:pt idx="2">
                  <c:v>0.328</c:v>
                </c:pt>
                <c:pt idx="3">
                  <c:v>0.43</c:v>
                </c:pt>
                <c:pt idx="4">
                  <c:v>0.59</c:v>
                </c:pt>
                <c:pt idx="5">
                  <c:v>0.709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FE2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16E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171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Glyph is task T1 of the Phase 1 plan: a hidden-semantics DSL execution benchmark for measuring whether capability belongs in context, in code, or in weights. The syntax is public; the semantics are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π's numerator is L_skel. Flip it and the phase diagram runs backwards while the curves still plot — one of the two things here that fail silently. The other is the trivial skeleton, which must still invoke the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≈ 2000 against |V| = 4913 means the unary tables are at best half covered and the binary tables essentially not at all. There is no floor split: the test set is fully solvable and the ceiling is a clean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tail column was only added on 2026-09-03. Before it, the overall scores still allowed the reading that A0' had merely done worse on the easy items. The tail column removes that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also confirms the data layer's foundation. The pi-to-zero end assumes the tables are learnable but not in-context-extractable; A0' failing from partial observation is the direct test of that, and it passed, so the freeze does not have to be reopened.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points of band is wide against the 1-3 point differences the arms are expected to be separated by. depth collapses fastest, 0.817 to 0.217, because it has the most lookups per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HANDOFF.md still says 36 tests; the current figure is 138. Self-check #4 must be rerun because every preset changed — the last full run took about 110 minutes and costs teacher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comes from the Order section of open_questions.md. E0 has been invalidated twice already; any of #1, #5, #6, #7, #8 moving again would make it three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50" kern="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 ·  WEIGHT-SPACE DELEGATION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Glyph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214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hidden-semantics DSL execution benchmark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capability pay to sit in context, in code, or in a small model's weights — and does the agent know which? This repo is the ruler that makes the question measurable.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908792" cy="1234440"/>
          </a:xfrm>
          <a:prstGeom prst="roundRect">
            <a:avLst>
              <a:gd name="adj" fmla="val 2222"/>
            </a:avLst>
          </a:prstGeom>
          <a:solidFill>
            <a:srgbClr val="1D2130"/>
          </a:solidFill>
          <a:ln w="12700">
            <a:solidFill>
              <a:srgbClr val="2A2F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52044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s1( s3( s0(u2, [v_a_b_a, v_d_n_c, v_g_b_m]) ), b0 )    →    v_b_e_o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68496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names are deliberately opaque — s0 / u2 / b0, never map / fold — so naming priors leak nothing.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frozen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2026-08-31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 passed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three-way result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— see page 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327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public, semantics private — split in two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27432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3A4E9E"/>
          </a:solidFill>
          <a:ln w="6350">
            <a:solidFill>
              <a:srgbClr val="3A4E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skeleton   s0 … s7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semantics of the structural operators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060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from a finite combinator grammar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it down: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finitely many rules, by construction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code's home ground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28232" y="1554480"/>
            <a:ext cx="5120640" cy="27432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8272" y="178308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C2603A"/>
          </a:solidFill>
          <a:ln w="6350">
            <a:solidFill>
              <a:srgbClr val="C26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48272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  u*  /  b*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semantics of the atomic operators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26060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embeddings + frozen random MLPs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it down: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would be transcribing weight matrices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748272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weights' home ground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908792" cy="1508760"/>
          </a:xfrm>
          <a:prstGeom prst="roundRect">
            <a:avLst>
              <a:gd name="adj" fmla="val 1818"/>
            </a:avLst>
          </a:prstGeom>
          <a:solidFill>
            <a:srgbClr val="EAECF1"/>
          </a:solidFill>
          <a:ln w="12700">
            <a:solidFill>
              <a:srgbClr val="EAE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 =  (1 − a_tab) / ( (1 − a_tab) + (1 − a_skel) 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skeleton's share of the difficulty. π → 1 means code should win; π → 0 means weights should win.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is measured per instance, never configured.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preset is only a sampler: 7 of 20 pi_mid seeds land inside pi_high's measured range, so phase-diagram axes use measured_pi(), never a preset name.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can buy, but never buy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4E9E"/>
          </a:solidFill>
          <a:ln w="6350">
            <a:solidFill>
              <a:srgbClr val="3A4E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45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of charge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90195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spec and 30 demos. That is all it starts with.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4E9E"/>
          </a:solidFill>
          <a:ln w="6350">
            <a:solidFill>
              <a:srgbClr val="3A4E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8437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queries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200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ask P about any well-formed expression, and every query costs budget — syntax errors included, so probing the grammar is not free. The ledger is the only way to advance the clock.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96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A4E9E"/>
          </a:solidFill>
          <a:ln w="6350">
            <a:solidFill>
              <a:srgbClr val="3A4E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142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Seal, then answer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4988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seals an artifact that must answer 10,000 unseen expressions, with no further access to 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572768"/>
            <a:ext cx="2194560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14032" y="1737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1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≈ 2000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2176272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 run can afford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54312" y="1572768"/>
            <a:ext cx="2194560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18904" y="1737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1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4913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518904" y="2176272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space 17³ · unary half-covered at best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3035808"/>
            <a:ext cx="2194560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320040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24 M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3639312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pairs · essentially untouchable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54312" y="3035808"/>
            <a:ext cx="2194560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18904" y="320040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1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518904" y="3639312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to answer after the seal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why fitting can beat looking things up.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Splits: iid / comp / depth are fixed at generation; tail is derived per run — the items whose entries this run never bought, which doubles as a read on how smart its query strategy was.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·  pi_mid / seed 1001 / one stratified 500-item subset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model loses to a 1.7B student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7040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7972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ceiling: every structural rule, not one table entry  ·  A0′: 2551 of 4913 entries in context, unlimited thinking  ·  weights: 1.7B, trained on 491 entries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was handed five times the table the student had, is hundreds of times larger, and thought without limit — and scores 24 points lower.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680" y="2834640"/>
            <a:ext cx="3840480" cy="1554480"/>
          </a:xfrm>
          <a:prstGeom prst="roundRect">
            <a:avLst>
              <a:gd name="adj" fmla="val 1765"/>
            </a:avLst>
          </a:prstGeom>
          <a:solidFill>
            <a:srgbClr val="1D2130"/>
          </a:solidFill>
          <a:ln w="12700">
            <a:solidFill>
              <a:srgbClr val="2A2F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items needing entries never supplied — 374 against 372, nearly the same items — the 1.7B student beats the frontier twentyfold.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526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ceiling on tail is 0.000 — nothing in there is answerable from structure, so every point is table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shortfall — two capabilities, cleanly split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18745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Retrieval: saturated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items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entries were in the evidence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28232" y="1554480"/>
            <a:ext cx="5120640" cy="18745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Extrapolation: zero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2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9079992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items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entries were not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A0′'s evidence was deliberately more generous than any arm could buy: 2000 queries revealing 2551 of 4913 unary entries, 70k tokens of context, unlimited thinking, claude-opus-4-8, $19.94 in total. It uses what it is told almost perfectly and infers almost nothing.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051560"/>
          </a:xfrm>
          <a:prstGeom prst="roundRect">
            <a:avLst>
              <a:gd name="adj" fmla="val 2609"/>
            </a:avLst>
          </a:prstGeom>
          <a:solidFill>
            <a:srgbClr val="EAECF1"/>
          </a:solidFill>
          <a:ln w="12700">
            <a:solidFill>
              <a:srgbClr val="EAEC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52628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holds in its strong form: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advantage is learning-algorithmic, not economic. It is not that the frontier cannot afford to re-read the evidence per query — re-reading does not help. Some structure gradient descent reaches and in-context learning does not.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details worth keeping: on depth — the split with the most lookups per item — A0′'s headroom is −0.018, below what knowing zero table entries gets you. And it did not choose its own evidence (page 8).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 ·  scripts/table_ceiling.py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decays faster than extrapolation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595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table entries seen in training (non-linear scale, six measured points) — 98 / 246 / 491 / 1228 / 2456 / 4422 of 4913. The measurable band an arm operates in is [0.248, 0.498].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57276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still extrapolates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865376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entries — two percent of the table — still score 0.147 on items never shown. The frontier, holding 2551 of them in context, scores 0.016.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688336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never the constraint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980944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is 1.000 at every point: whatever it has seen, it retains perfectly. The limit is generalisation, all the way down.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80390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is inert to this knob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4096512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 entries means every setting is "almost nothing seen", so the curve's shape is set by unary alone.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919472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measured before reading it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521208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config, rerun: ±0.04 on reach. Do not read gaps that size as signal.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A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 ·  data layer frozen 2026-08-31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is sealed, evaluation still moves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 passed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396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green, test_infer.py included. Green before every commit.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57276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glyph/data/ isolated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1396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moved into the data layer, dependencies one-way; 10 boundary tests hold the line with an AST scan, so T2 can lift the generator out whole.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57276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0184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ledger is the only entry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1396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consumes compute goes through charge. One bypass and the crossover figure is meaningless.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4728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tool layer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0142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separated from allocation, one answering path; the agent's self-estimate is measured rather than hidden.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70832" y="344728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ceilings ship with every score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0142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ceilings plus headroom on every scored subset — tail finally has one of its own.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3447288"/>
            <a:ext cx="3447288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E0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self-checks 1 2 3 5 6 pass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40142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capacity: fit 1.000, reach 0.710 — the failure it exists to catch did not happen. #4 hiddenness must be rerun.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Settled, not reopened: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62072" y="54864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EAECF1"/>
          </a:solidFill>
          <a:ln w="6350">
            <a:solidFill>
              <a:srgbClr val="EAEC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62072" y="5486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value_form = letter_sep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56632" y="54864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EAECF1"/>
          </a:solidFill>
          <a:ln w="6350">
            <a:solidFill>
              <a:srgbClr val="EAE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56632" y="5486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17³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51192" y="54864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EAECF1"/>
          </a:solidFill>
          <a:ln w="6350">
            <a:solidFill>
              <a:srgbClr val="EAEC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51192" y="5486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coupling = 0.25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45752" y="54864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EAECF1"/>
          </a:solidFill>
          <a:ln w="6350">
            <a:solidFill>
              <a:srgbClr val="EAEC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5752" y="5486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floor split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632764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 ·  docs/open_questions.md  ·  issues #1–#29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open, and the order of what comes next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447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is still measured on iid only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6479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pi_low, iid-only and stratified π differ by as much as 0.166. Changing the sample is close to changing the baselines, and that invalidates every π measured so far.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0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3347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A0′ did not choose its own evidence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5351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2000 queries were drawn by a script; a real agent probes adaptively. The opening is narrow — 52% of the table was handed over, extrapolation still 1.6% — but it is real.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2219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E0's four arms, invalidated twice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14223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by the preset change, once by the held-pair change; at n = 200 the differences were never resolvable anyway. Do not rerun until the data layer is frozen.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047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#27 #28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0109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not written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533095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caching: in the plan, never implemented, zero cache hits across eight runs. T2: zero lines, and Glyph cannot carry amortisation — preparing costs ~100× serving.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1481328"/>
            <a:ext cx="4507992" cy="4206240"/>
          </a:xfrm>
          <a:prstGeom prst="roundRect">
            <a:avLst>
              <a:gd name="adj" fmla="val 652"/>
            </a:avLst>
          </a:prstGeom>
          <a:solidFill>
            <a:srgbClr val="1D2130"/>
          </a:solidFill>
          <a:ln w="12700">
            <a:solidFill>
              <a:srgbClr val="2A2F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from here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1854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self-check #4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46888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Hiddenness. Every preset changed; pi_high is a different task now. ~110 min, costs teacher calls.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054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#9 / #4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3375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size and how scores are reported. Arms differ by 1–3 points; too small an n resolves nothing.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922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E0's four arms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42062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closed loop: agent queries → seal → evaluate → one score. A2 / A4 / A6, one pass not three.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6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791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 the phase diagram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5074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is measured_pi(). The worker's 5400 s timeout biases toward agents doing less.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989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results are not published yet: the earlier sweep is invalidated by the data-layer changes, and two harness asymmetries are still open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Glyph Progress Report</dc:title>
  <dc:subject>PptxGenJS Presentation</dc:subject>
  <dc:creator>Glyph</dc:creator>
  <cp:lastModifiedBy>Glyph</cp:lastModifiedBy>
  <cp:revision>1</cp:revision>
  <dcterms:created xsi:type="dcterms:W3CDTF">2026-09-04T19:37:22Z</dcterms:created>
  <dcterms:modified xsi:type="dcterms:W3CDTF">2026-09-04T19:37:22Z</dcterms:modified>
</cp:coreProperties>
</file>