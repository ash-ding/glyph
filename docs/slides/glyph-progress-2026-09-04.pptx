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overall（全部 500 题）</c:v>
                </c:pt>
              </c:strCache>
            </c:strRef>
          </c:tx>
          <c:spPr>
            <a:solidFill>
              <a:srgbClr val="3A4E9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7E9EF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skeleton ceiling</c:v>
                  </c:pt>
                  <c:pt idx="1">
                    <c:v>A0′ 前沿模型</c:v>
                  </c:pt>
                  <c:pt idx="2">
                    <c:v>weights 1.7B 学生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0.248</c:v>
                </c:pt>
                <c:pt idx="1">
                  <c:v>0.258</c:v>
                </c:pt>
                <c:pt idx="2">
                  <c:v>0.498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tail（必须外推的题）</c:v>
                </c:pt>
              </c:strCache>
            </c:strRef>
          </c:tx>
          <c:spPr>
            <a:solidFill>
              <a:srgbClr val="C2603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7E9EF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skeleton ceiling</c:v>
                  </c:pt>
                  <c:pt idx="1">
                    <c:v>A0′ 前沿模型</c:v>
                  </c:pt>
                  <c:pt idx="2">
                    <c:v>weights 1.7B 学生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0.016</c:v>
                </c:pt>
                <c:pt idx="2">
                  <c:v>0.328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E7E9EF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7E9E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l"/>
        <c:majorGridlines>
          <c:spPr>
            <a:ln w="12700" cap="flat">
              <a:solidFill>
                <a:srgbClr val="2C314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0B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12141C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E7E9E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12141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 score（全部题）</c:v>
                </c:pt>
              </c:strCache>
            </c:strRef>
          </c:tx>
          <c:spPr>
            <a:solidFill>
              <a:srgbClr val="3A4E9E"/>
            </a:solidFill>
            <a:ln w="31750" cap="flat">
              <a:solidFill>
                <a:srgbClr val="3A4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4E9E"/>
              </a:solidFill>
              <a:ln w="9525" cap="flat">
                <a:solidFill>
                  <a:srgbClr val="3A4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2%</c:v>
                  </c:pt>
                  <c:pt idx="1">
                    <c:v>5%</c:v>
                  </c:pt>
                  <c:pt idx="2">
                    <c:v>10%</c:v>
                  </c:pt>
                  <c:pt idx="3">
                    <c:v>25%</c:v>
                  </c:pt>
                  <c:pt idx="4">
                    <c:v>50%</c:v>
                  </c:pt>
                  <c:pt idx="5">
                    <c:v>90%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</c:v>
                </c:pt>
                <c:pt idx="1">
                  <c:v>0.454</c:v>
                </c:pt>
                <c:pt idx="2">
                  <c:v>0.498</c:v>
                </c:pt>
                <c:pt idx="3">
                  <c:v>0.582</c:v>
                </c:pt>
                <c:pt idx="4">
                  <c:v>0.724</c:v>
                </c:pt>
                <c:pt idx="5">
                  <c:v>0.88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tail（必须外推的题）</c:v>
                </c:pt>
              </c:strCache>
            </c:strRef>
          </c:tx>
          <c:spPr>
            <a:solidFill>
              <a:srgbClr val="C2603A"/>
            </a:solidFill>
            <a:ln w="31750" cap="flat">
              <a:solidFill>
                <a:srgbClr val="C260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2603A"/>
              </a:solidFill>
              <a:ln w="9525" cap="flat">
                <a:solidFill>
                  <a:srgbClr val="C260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2%</c:v>
                  </c:pt>
                  <c:pt idx="1">
                    <c:v>5%</c:v>
                  </c:pt>
                  <c:pt idx="2">
                    <c:v>10%</c:v>
                  </c:pt>
                  <c:pt idx="3">
                    <c:v>25%</c:v>
                  </c:pt>
                  <c:pt idx="4">
                    <c:v>50%</c:v>
                  </c:pt>
                  <c:pt idx="5">
                    <c:v>90%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0.147</c:v>
                </c:pt>
                <c:pt idx="1">
                  <c:v>0.273</c:v>
                </c:pt>
                <c:pt idx="2">
                  <c:v>0.328</c:v>
                </c:pt>
                <c:pt idx="3">
                  <c:v>0.43</c:v>
                </c:pt>
                <c:pt idx="4">
                  <c:v>0.59</c:v>
                </c:pt>
                <c:pt idx="5">
                  <c:v>0.709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DFE2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16E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5171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Glyph 是 Phase 1 的 T1 任务：一个隐藏语义的 DSL 执行基准，用来测量能力应该放在 context / code / weights 哪一层。语法公开、语义私有。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 的分子是 L_skel。翻过来的话相图会整个反向而曲线照样画得出来 —— 这是会静默失败的两件事之一。另一件是 trivial skeleton 必须仍然调用表。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Q≈2000 对 |V|=4913：unary 表最多覆盖一半，binary 表 24M 条基本为零。没有 floor 分片，测试集完全可解，ceiling 是干净的 100%。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tail 这一列是 2026-09-03 才补上的，补上之前只有 overall，还可以辩解成 A0′ 只是在简单题上做得差。补上之后这个读法就没有了。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这条同时也确认了数据层的地基：π→0 那一端假设表是「学得会但读不出来」的，A0′ 从部分观测里失败正是对它的直接检验，通过了，所以冻结不用重开。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可测带 [0.248, 0.498]：25 个点，对着 #9 说的 arm 之间 1-3 点的差距是够宽的。depth 分片塌得最快，0.817 → 0.217，因为它每题查表次数最多。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HANDOFF.md 里「36 tests」那一行已经过时，当前是 138。#4 hiddenness 因为每个 preset 都换过必须重跑，上次全量跑约 110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顺序来自 open_questions.md 的 Order 段：E0 已经作废两次，#1 #5 #6 #7 #8 里任何一个再动都会是第三次。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63276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0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50" kern="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 ·  WEIGHT-SPACE DELEGATION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34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Glyph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214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7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隐藏语义 DSL 执行基准 —— 项目进展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3347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能力该放进 context、code，还是一个小模型的 weights？这个仓库是把问题变成可测量的那把尺。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10908792" cy="1234440"/>
          </a:xfrm>
          <a:prstGeom prst="roundRect">
            <a:avLst>
              <a:gd name="adj" fmla="val 2222"/>
            </a:avLst>
          </a:prstGeom>
          <a:solidFill>
            <a:srgbClr val="1D2130"/>
          </a:solidFill>
          <a:ln w="12700">
            <a:solidFill>
              <a:srgbClr val="2A2F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3520440"/>
            <a:ext cx="10268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s1( s3( s0(u2, [v_a_b_a, v_d_n_c, v_g_b_m]) ), b0 )    →    v_b_e_o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968496"/>
            <a:ext cx="10268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算子名字是刻意不可读的：只有 s0 / u2 / b0，永远不会是 map / fold —— 命名先验不许泄漏任何语义。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数据层已冻结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3492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2026-08-31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测试全绿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343400" y="53492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138 passed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首个三方结果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53492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已出，见第 4 页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6327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0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2026-09-04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63276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A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51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语法公开，语义私有 —— 而私有的部分正好分成两半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12064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783080"/>
            <a:ext cx="2651760" cy="310896"/>
          </a:xfrm>
          <a:prstGeom prst="roundRect">
            <a:avLst>
              <a:gd name="adj" fmla="val 17647"/>
            </a:avLst>
          </a:prstGeom>
          <a:solidFill>
            <a:srgbClr val="3A4E9E"/>
          </a:solidFill>
          <a:ln w="6350">
            <a:solidFill>
              <a:srgbClr val="3A4E9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7830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skeleton   s0 … s7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2402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结构算子的语义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6060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来自：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从一个有限组合子文法里抽出来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能不能写下来：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 —— 有限条规则，按构造就是可枚举的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4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的主场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28232" y="1554480"/>
            <a:ext cx="512064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48272" y="1783080"/>
            <a:ext cx="2651760" cy="310896"/>
          </a:xfrm>
          <a:prstGeom prst="roundRect">
            <a:avLst>
              <a:gd name="adj" fmla="val 17647"/>
            </a:avLst>
          </a:prstGeom>
          <a:solidFill>
            <a:srgbClr val="C2603A"/>
          </a:solidFill>
          <a:ln w="6350">
            <a:solidFill>
              <a:srgbClr val="C260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48272" y="17830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   u*  /  b*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22402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原子算子的语义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748272" y="26060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来自：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 embedding + 冻结的随机 MLP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能不能写下来：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 —— 写下来等于在抄权重矩阵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748272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6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weights 的主场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4526280"/>
            <a:ext cx="10908792" cy="1508760"/>
          </a:xfrm>
          <a:prstGeom prst="roundRect">
            <a:avLst>
              <a:gd name="adj" fmla="val 1818"/>
            </a:avLst>
          </a:prstGeom>
          <a:solidFill>
            <a:srgbClr val="EAECF1"/>
          </a:solidFill>
          <a:ln w="12700">
            <a:solidFill>
              <a:srgbClr val="EAEC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17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 =  (1 − a_tab) / ( (1 − a_tab) + (1 − a_skel) )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51206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难度里属于 skeleton 的那一半。π→1 该 code 赢，π→0 该 weights 赢。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7091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是每个实例测出来的，不是配置出来的。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只是采样器：20 个 pi_mid 种子里有 7 个落在 pi_high 的区间内，所以相图的横轴用 measured_pi()，永远不用 preset 名字。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63276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A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51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的处境：可以买，但买不完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A4E9E"/>
          </a:solidFill>
          <a:ln w="6350">
            <a:solidFill>
              <a:srgbClr val="3A4E9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54533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免费拿到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0195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语法 spec + 30 个 demo。仅此而已。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7121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A4E9E"/>
          </a:solidFill>
          <a:ln w="6350">
            <a:solidFill>
              <a:srgbClr val="3A4E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84378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计费查询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20040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可以拿任意合法表达式去问 P，每次都扣预算 —— 语法错误也扣，探文法不是免费的。ledger 是唯一能推进时钟的入口。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6966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A4E9E"/>
          </a:solidFill>
          <a:ln w="6350">
            <a:solidFill>
              <a:srgbClr val="3A4E9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414223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封存作答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4498848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交出一个 artifact，回答 10,000 道没见过的题，此后不再接触 P。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49440" y="1572768"/>
            <a:ext cx="2194560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14032" y="1737360"/>
            <a:ext cx="1865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517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≈ 2000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2176272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一次运行买得起的查询数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54312" y="1572768"/>
            <a:ext cx="2194560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18904" y="1737360"/>
            <a:ext cx="1865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517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|V| = 4913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518904" y="2176272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值空间 17³ · unary 表最多买到一半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49440" y="3035808"/>
            <a:ext cx="2194560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14032" y="3200400"/>
            <a:ext cx="1865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24 M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7114032" y="3639312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表的条目数 · 基本买不到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354312" y="3035808"/>
            <a:ext cx="2194560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518904" y="3200400"/>
            <a:ext cx="1865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517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9518904" y="3639312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封存后要答的题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5321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这个缺口就是「拟合能赢查表」的全部理由。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分片：iid / comp / depth 在生成时固定；tail 每次运行现推 —— 这个 run 从没买过其表项的那些题，它同时也是对查询策略聪不聪明的读数。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63276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0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A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·  pi_mid / seed 1001 / 同一批分层抽样 500 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三方对照：前沿模型输给了一个 1.7B 学生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55448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83387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ceiling：完全不知道任何一条表项，只知道全部结构规则  ·  A0′：2551 条表项在 context 里，思考不限  ·  weights：1.7B，训练时见过 491 条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16916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7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前沿模型被交到手里的表项是学生的 5 倍，参数是它的几百倍，思考不限时长 —— 总分低 24 个点。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26680" y="2743200"/>
            <a:ext cx="3840480" cy="1600200"/>
          </a:xfrm>
          <a:prstGeom prst="roundRect">
            <a:avLst>
              <a:gd name="adj" fmla="val 1714"/>
            </a:avLst>
          </a:prstGeom>
          <a:solidFill>
            <a:srgbClr val="1D2130"/>
          </a:solidFill>
          <a:ln w="12700">
            <a:solidFill>
              <a:srgbClr val="2A2F4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01000" y="2880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6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20×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3520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在必须外推到「从没被给过的表项」的那批题上（374 对 372 题，两边几乎是同一批），1.7B 学生比前沿模型高二十倍。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5262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上 skeleton ceiling 是 0.000 —— 那批题没有一道能靠结构答出来，所以每一分都是表知识。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63276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A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51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不是能力不够 —— 是两种能力被干净地切开了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120640" cy="1874520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检索：饱和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0574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A4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题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所需表项就在给它的证据里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28232" y="1554480"/>
            <a:ext cx="5120640" cy="1874520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48272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外推：为零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48272" y="20574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26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0.016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9079992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374 题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所需表项不在证据里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A0′ 的证据是刻意给到超过任何 arm 买得起的量：2000 次查询揭示 4913 条 unary 里的 2551 条、70k tokens 的上下文、不限思考、claude-opus-4-8、$19.94。它把给它的东西用得几乎完美，自己推不出任何东西。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10908792" cy="1051560"/>
          </a:xfrm>
          <a:prstGeom prst="roundRect">
            <a:avLst>
              <a:gd name="adj" fmla="val 2609"/>
            </a:avLst>
          </a:prstGeom>
          <a:solidFill>
            <a:srgbClr val="EAECF1"/>
          </a:solidFill>
          <a:ln w="12700">
            <a:solidFill>
              <a:srgbClr val="EAEC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526280"/>
            <a:ext cx="10268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3A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的强形式成立：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的优势是 learning-algorithmic，不是经济性。不是「前沿模型每题重读一遍证据太贵」，是重读也没有用 —— 梯度下降够得着的某种结构，in-context learning 够不着。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778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两个要留着的细节：depth 分片上 A0′ 的 headroom 是 −0.018，查表次数最多的那一片，它比完全不知道表还差。另外证据不是它自己挑的（见第 8 页）。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63276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A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 ·  scripts/table_ceiling.py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51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监督衰减得比外推快 —— 可测带 [0.248, 0.498]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5544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5595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横轴：训练时见过的表项比例（非线性刻度，六个测量点）—— 98 / 246 / 491 / 1228 / 2456 / 4422 条，共 4913 条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157276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也还在外推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1865376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 条表项 —— 只占表的 2% —— 在从没见过的题上仍拿到 0.147。前沿模型手里握着 2551 条，是 0.016。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688336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瓶颈不是容量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2980944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每个点上 fit 都是 1.000：见过的它全记得。限制自始至终是泛化。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3803904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对这个旋钮完全不敏感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096512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 条，任何设置都等于「几乎没见过」，所以曲线的形状是 unary 给的。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0" y="4919472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噪声先量了再读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5212080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同配置重跑，reach 差 ±0.04。别把小差读成信号。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63276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A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 ·  数据层已冻结 2026-08-31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51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工程状态：地基已经封住，评测层还在动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3447288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138 passed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3969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全量测试绿，含 test_infer.py。每次提交前必须绿。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70832" y="1572768"/>
            <a:ext cx="3447288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99432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glyph/data/ 已隔离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213969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七个模块搬进数据层，依赖单向；10 项边界测试用 AST 扫描守着这条线，T2 能整块把生成器搬走。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01584" y="1572768"/>
            <a:ext cx="3447288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0184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 是唯一入口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330184" y="213969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任何消耗算力的东西都走 charge。绕过一次，crossover 的数字就没意义了。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447288"/>
            <a:ext cx="3447288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layer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01421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声明与分配分离，单一作答路径；agent 的自估被测量而不是被藏起来。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70832" y="3447288"/>
            <a:ext cx="3447288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99432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每次打分都带 ceiling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99432" y="401421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 ceiling 加 headroom 随每个分片一起出，tail 也终于有了自己的 ceiling。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01584" y="3447288"/>
            <a:ext cx="3447288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DE0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3018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自检 #1 #2 #3 #5 #6 通过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330184" y="401421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capacity：fit 1.000 / reach 0.710，该 check 要抓的失败没有发生。#4 hiddenness 需重跑。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4864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已定、不再重开：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48840" y="5486400"/>
            <a:ext cx="1773936" cy="310896"/>
          </a:xfrm>
          <a:prstGeom prst="roundRect">
            <a:avLst>
              <a:gd name="adj" fmla="val 17647"/>
            </a:avLst>
          </a:prstGeom>
          <a:solidFill>
            <a:srgbClr val="EAECF1"/>
          </a:solidFill>
          <a:ln w="6350">
            <a:solidFill>
              <a:srgbClr val="EAECF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548640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value_form = letter_sep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032504" y="5486400"/>
            <a:ext cx="1773936" cy="310896"/>
          </a:xfrm>
          <a:prstGeom prst="roundRect">
            <a:avLst>
              <a:gd name="adj" fmla="val 17647"/>
            </a:avLst>
          </a:prstGeom>
          <a:solidFill>
            <a:srgbClr val="EAECF1"/>
          </a:solidFill>
          <a:ln w="6350">
            <a:solidFill>
              <a:srgbClr val="EAECF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32504" y="548640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|V| = 17³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16168" y="5486400"/>
            <a:ext cx="1773936" cy="310896"/>
          </a:xfrm>
          <a:prstGeom prst="roundRect">
            <a:avLst>
              <a:gd name="adj" fmla="val 17647"/>
            </a:avLst>
          </a:prstGeom>
          <a:solidFill>
            <a:srgbClr val="EAECF1"/>
          </a:solidFill>
          <a:ln w="6350">
            <a:solidFill>
              <a:srgbClr val="EAECF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16168" y="548640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coupling = 0.25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99832" y="5486400"/>
            <a:ext cx="1773936" cy="310896"/>
          </a:xfrm>
          <a:prstGeom prst="roundRect">
            <a:avLst>
              <a:gd name="adj" fmla="val 17647"/>
            </a:avLst>
          </a:prstGeom>
          <a:solidFill>
            <a:srgbClr val="EAECF1"/>
          </a:solidFill>
          <a:ln w="6350">
            <a:solidFill>
              <a:srgbClr val="EAECF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99832" y="548640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n_structural(pi_low) = 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683496" y="5486400"/>
            <a:ext cx="1773936" cy="310896"/>
          </a:xfrm>
          <a:prstGeom prst="roundRect">
            <a:avLst>
              <a:gd name="adj" fmla="val 17647"/>
            </a:avLst>
          </a:prstGeom>
          <a:solidFill>
            <a:srgbClr val="EAECF1"/>
          </a:solidFill>
          <a:ln w="6350">
            <a:solidFill>
              <a:srgbClr val="EAECF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83496" y="548640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E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 floor 分片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63276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0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A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 ·  docs/open_questions.md  ·  issues #1–#29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还没定的，和接下来的顺序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36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9961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目前只在 iid 上测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196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pi_low 上「只测 iid」和分层测最大差 0.166，因为那里 skeleton 只在 comp 上有贡献。改采样等于改基线，而基线一改，此前所有 π 全部作废。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249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883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A0′ 的证据不是它自己挑的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0083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条查询是脚本抽的，真实 agent 会自适应地探。口子窄 —— 52% 的表都给了，外推还是 1.6% —— 但存在。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13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8770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 四臂已经作废两次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19709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改过一次，held-pair 改过一次；n=200 时差异本来也分辨不出。数据层冻结之前不重跑。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1023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#27 #28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506577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两件没写的代码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53858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 计划里有、从没实现，八次运行零命中；T2 零行，而 Glyph 自己撑不起摊销 —— 准备成本约是服务的 100 倍。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40880" y="1572768"/>
            <a:ext cx="4507992" cy="4160520"/>
          </a:xfrm>
          <a:prstGeom prst="roundRect">
            <a:avLst>
              <a:gd name="adj" fmla="val 659"/>
            </a:avLst>
          </a:prstGeom>
          <a:solidFill>
            <a:srgbClr val="1D2130"/>
          </a:solidFill>
          <a:ln w="12700">
            <a:solidFill>
              <a:srgbClr val="2A2F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下一步的顺序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35240" y="22585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重跑自检 #4 hiddenness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635240" y="254203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preset 都变了，pi_high 尤其是另一个任务了。约 110 分钟，花 teacher 调用。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31272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 #9 / #4：评测规模与报告口径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341071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之间只差 1–3 个点，n 不够就什么也分辨不出。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9959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 四臂：最小闭环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427939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查询 → 封存 → 打分 → 一个数。A2 / A4 / A6，一次跑完而不是三次。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4892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35240" y="4864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#26 相图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514807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横轴用 measured_pi()。注意 worker 的 5400s 超时会偏向「少做事」的 agent。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05332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的结果还没有发：早先那一轮被数据层的改动作废了，harness 上还有两处不对称没定。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Glyph 进展汇报</dc:title>
  <dc:subject>PptxGenJS Presentation</dc:subject>
  <dc:creator>Glyph</dc:creator>
  <cp:lastModifiedBy>Glyph</cp:lastModifiedBy>
  <cp:revision>1</cp:revision>
  <dcterms:created xsi:type="dcterms:W3CDTF">2026-09-04T19:32:04Z</dcterms:created>
  <dcterms:modified xsi:type="dcterms:W3CDTF">2026-09-04T19:32:04Z</dcterms:modified>
</cp:coreProperties>
</file>